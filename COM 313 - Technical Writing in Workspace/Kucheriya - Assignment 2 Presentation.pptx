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4" r:id="rId6"/>
    <p:sldId id="265" r:id="rId7"/>
    <p:sldId id="266" r:id="rId8"/>
    <p:sldId id="267" r:id="rId9"/>
    <p:sldId id="268" r:id="rId10"/>
  </p:sldIdLst>
  <p:sldSz cx="16256000" cy="9144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2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20955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D55CA3-5C32-A0EC-029A-ABDD7364698C}"/>
              </a:ext>
            </a:extLst>
          </p:cNvPr>
          <p:cNvSpPr txBox="1"/>
          <p:nvPr/>
        </p:nvSpPr>
        <p:spPr>
          <a:xfrm>
            <a:off x="5227590" y="3848725"/>
            <a:ext cx="580081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47699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</Words>
  <Application>Microsoft Office PowerPoint</Application>
  <PresentationFormat>Custom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Arnav Kucheriya</cp:lastModifiedBy>
  <cp:revision>3</cp:revision>
  <cp:lastPrinted>2026-02-26T00:08:28Z</cp:lastPrinted>
  <dcterms:created xsi:type="dcterms:W3CDTF">2006-08-16T00:00:00Z</dcterms:created>
  <dcterms:modified xsi:type="dcterms:W3CDTF">2026-03-04T16:30:26Z</dcterms:modified>
</cp:coreProperties>
</file>